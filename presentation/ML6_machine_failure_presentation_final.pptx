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2378F8A-6111-42E3-9CDD-E7EC0285702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Introduce the problem: many machine failure events, very few expert labels, and a need to make the unlabeled data useful.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051B000-7673-460F-B3F4-56553306C85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Main point: this is a low-label problem. The goal is not perfect automation, but a useful workflow for failure review.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7F85E58-F80C-48D0-9974-89F8DF794F8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Walk through the analysis flow from raw clustering to label-guided models, feature selection, model comparison, and final predictions.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592338B-488B-438D-8485-D0F77434421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Explain that PCA is exploratory, not proof by itself. Combined with weak clustering scores, it suggests that pure clustering is not enough.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D44A174-1DB8-4769-9B5E-EF883EE0348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Key message: even stronger models are only moderate on all 20 sensors, so the feature space itself is probably noisy.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FCCCD2-01F0-4E9D-855D-E1F7B80F22F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Explain the ranking simply: for each sensor, I measured how far apart the class means are on the labeled data. Then I took the top 5.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951B3AB-6A98-490F-8409-C45E857872F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the key result. The gain came from combining label-guided learning with a cleaner feature space, not only from switching models.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7F8D07D-2321-4F62-8D75-C8756F8D71D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Explain that the model gives both labels and confidence. The high-confidence subset is what makes the output useful in practice.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B21635D-5C07-4C10-8FA2-574B53831E4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Frame the solution as a decision-support tool for failure analysis teams. The value is faster review, more consistent labeling, and gradual improvement over time.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A7E81E4-8A1D-4310-9B5A-5CF505A384E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the roadmap I would present to a client: validate the PoC, run a pilot with experts in the loop, then productionize and monitor.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1DACB9E-5660-4CF3-90BC-8059ADA5911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 careful not to over-claim the 67.5% number. Treat it as a promising signal, not a production-ready metric.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2AEB7B3-2A4C-4028-AB07-4152174C770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Close with the main message: the PoC is not a perfect classifier, but a practical semi-supervised workflow for using a small labeled set effectively.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CE44197-0B86-400B-8ED6-445604B4958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2CA7327-4CF7-443D-981C-5425A66154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8FF0246-DAE8-4DE0-B090-A138C9CFA8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6A15251-52B4-4270-A812-0E4D84C19A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C8D3ADE-085D-4992-AA3D-6D887732B5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6F97FC9-CF6D-47AF-9030-354C163DADB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F024F29C-D4BA-4612-A722-8B3A882EA8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794D8774-B16C-4B16-BF75-A87DDB78C6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C1FFF44B-43A9-48A6-AB37-41C7E65E61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042D84D-0F00-498A-B537-1DBA1BC92E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CFF3976B-DD63-4B06-8AEC-017938C698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A31A324D-9DB9-4666-8A62-E77E1AAD2A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 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875D11C-8403-4614-81F8-1468BBCF21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1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F1E867-44B9-4090-83C0-E76AC84C7A2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7E6473-D1AE-4F83-9124-1234F5D92D6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018CBD8-6901-4EBC-9050-52346A915E5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613C41F-5A57-400E-B405-32D83116ECF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6A6343-88EB-4631-BB20-C85608A1EFE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1186E9-FF2A-4F35-80FD-9A5DD2E061A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100DB-94A4-458A-BEEB-F802EED4C01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D7E45F-7B05-4986-AEA6-181BECA4D87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9EE53B-7C75-4E4D-8FC1-31F9494125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67C4D8-3E62-4E55-A712-71FCD811849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Semi-Supervised Machine Failure Classification from Sensor Data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ML6 challenge — Hadar Eliyahu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PoC for labeling 1,560 unlabeled failures using 40 labeled examples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1. Problem &amp; Goal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Dataset: 1,600 machine failure events represented by 20 sensor measurements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Only 40 failures are labeled; 1,560 failures are unlabeled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Known label space in the labeled set: 3 machine failure types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Goal: assign labels to the unlabeled failures and surface a high-confidence subset for expert review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Success criterion for the PoC: a useful review workflow, not perfect classification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2. Approach Overview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Start with unsupervised clustering to test whether the failure types naturally separate in raw sensor space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Move to label-guided methods once clustering quality looks weak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Use leave-one-out evaluation on the 40 labeled failures as a limited but useful validation check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Compare models both on all 20 sensors and on a reduced set of the most informative sensors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Train the best model on the full dataset and assign labels to the 1,560 unlabeled failures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3. Raw Clustering Was Weak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80" name="Picture 2" descr="pca_labeled_failures.png"/>
          <p:cNvPicPr/>
          <p:nvPr/>
        </p:nvPicPr>
        <p:blipFill>
          <a:blip r:embed="rId1"/>
          <a:stretch/>
        </p:blipFill>
        <p:spPr>
          <a:xfrm>
            <a:off x="365760" y="1188720"/>
            <a:ext cx="6583320" cy="4911840"/>
          </a:xfrm>
          <a:prstGeom prst="rect">
            <a:avLst/>
          </a:prstGeom>
          <a:ln w="0">
            <a:noFill/>
          </a:ln>
        </p:spPr>
      </p:pic>
      <p:sp>
        <p:nvSpPr>
          <p:cNvPr id="81" name="TextBox 3"/>
          <p:cNvSpPr/>
          <p:nvPr/>
        </p:nvSpPr>
        <p:spPr>
          <a:xfrm>
            <a:off x="7315200" y="1371600"/>
            <a:ext cx="43887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PCA on the labeled failures does not show a clean separation between the 3 labels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Unsupervised clustering baselines also produced very low silhouette scores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Conclusion: the raw 20-sensor space is not naturally separable with pure clustering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4. Label-Guided Baselines on All 20 Sensors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I then used the 40 labeled failures to evaluate label-guided models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Leave-one-out accuracy on the labeled subset: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kNN on all 20 sensors: 0.23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Centroid-based classification on all 20 sensors: 0.33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Weighted kNN on all 20 sensors: 0.45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Label Spreading on all 20 sensors: 0.425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These results suggest that the full 20-sensor space is noisy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5. Feature Selection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85" name="Picture 2" descr="sensor_discriminative_ranking.png"/>
          <p:cNvPicPr/>
          <p:nvPr/>
        </p:nvPicPr>
        <p:blipFill>
          <a:blip r:embed="rId1"/>
          <a:stretch/>
        </p:blipFill>
        <p:spPr>
          <a:xfrm>
            <a:off x="365760" y="1188720"/>
            <a:ext cx="6583320" cy="3260880"/>
          </a:xfrm>
          <a:prstGeom prst="rect">
            <a:avLst/>
          </a:prstGeom>
          <a:ln w="0">
            <a:noFill/>
          </a:ln>
        </p:spPr>
      </p:pic>
      <p:sp>
        <p:nvSpPr>
          <p:cNvPr id="86" name="TextBox 3"/>
          <p:cNvSpPr/>
          <p:nvPr/>
        </p:nvSpPr>
        <p:spPr>
          <a:xfrm>
            <a:off x="7315200" y="1371600"/>
            <a:ext cx="43887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I ranked sensors by how much their mean values differ across the known labels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Top 5 sensors: Sensor 9, Sensor 0, Sensor 8, Sensor 18, Sensor 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Idea: reduce noise and keep the sensors that show the strongest label signal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6. Model Comparison: All 20 Sensors vs Top 5 Sensors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88" name="Picture 2" descr="model_comparison_accuracy.png"/>
          <p:cNvPicPr/>
          <p:nvPr/>
        </p:nvPicPr>
        <p:blipFill>
          <a:blip r:embed="rId1"/>
          <a:stretch/>
        </p:blipFill>
        <p:spPr>
          <a:xfrm>
            <a:off x="365760" y="1828800"/>
            <a:ext cx="6583320" cy="3612960"/>
          </a:xfrm>
          <a:prstGeom prst="rect">
            <a:avLst/>
          </a:prstGeom>
          <a:ln w="0">
            <a:noFill/>
          </a:ln>
        </p:spPr>
      </p:pic>
      <p:sp>
        <p:nvSpPr>
          <p:cNvPr id="89" name="TextBox 3"/>
          <p:cNvSpPr/>
          <p:nvPr/>
        </p:nvSpPr>
        <p:spPr>
          <a:xfrm>
            <a:off x="7269840" y="1876320"/>
            <a:ext cx="438876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Feature selection improved all three model families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Centroid: 0.33 → 0.55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Weighted kNN: 0.45 → 0.625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Label Spreading: 0.425 → 0.675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Best model overall: Label Spreading on the top 5 sensors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7. Final Output on the 1,560 Unlabeled Failures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91" name="Picture 2" descr="final_prediction_confidence_curve.png"/>
          <p:cNvPicPr/>
          <p:nvPr/>
        </p:nvPicPr>
        <p:blipFill>
          <a:blip r:embed="rId1"/>
          <a:stretch/>
        </p:blipFill>
        <p:spPr>
          <a:xfrm>
            <a:off x="365760" y="2057400"/>
            <a:ext cx="6583320" cy="3256200"/>
          </a:xfrm>
          <a:prstGeom prst="rect">
            <a:avLst/>
          </a:prstGeom>
          <a:ln w="0">
            <a:noFill/>
          </a:ln>
        </p:spPr>
      </p:pic>
      <p:sp>
        <p:nvSpPr>
          <p:cNvPr id="92" name="TextBox 3"/>
          <p:cNvSpPr/>
          <p:nvPr/>
        </p:nvSpPr>
        <p:spPr>
          <a:xfrm>
            <a:off x="7315200" y="2057400"/>
            <a:ext cx="43887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Final model: Label Spreading trained on the full dataset using the top 5 sensors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model produced predictions for all 1,560 unlabeled failures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1,133 predictions had confidence ≥ 0.8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Predicted label counts: 487 / 399 / 674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8. How This Creates Value for an Industrial Customer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Example customer: a manufacturer with many machine failure logs and limited expert review capacity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model can suggest a likely failure type for each new machine breakdown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High-confidence cases can be handled faster, while uncertain cases go to experts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Experts do not need to manually review every failure from scratch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Over time, reviewed cases become new labels and improve the model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9. High-Level Roadmap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1 — Validate the PoC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Review a sample of predicted labels with domain experts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Confirm whether the 0.8 confidence threshold is appropriate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Finalize the feature set and reporting format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2 — Pilot in a Real Workflow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Score incoming failures regularly and present predictions to experts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Track expert agreement, review time, and confidence distribution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Collect corrected labels from expert feedback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3 — Productionize and Improve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Retrain periodically with the expanded labeled set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Monitor data drift and confidence changes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Integrate with the customer’s maintenance / failure analysis workflow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10. Caveats &amp; Next Steps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labeled set is very small: only 40 examples, with class counts 20 / 10 / 10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leave-one-out result should be treated as a useful but limited validation check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A majority-class baseline would already reach 50% accuracy on the labeled subset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Next steps: validate predicted labels with experts, collect more labels, and re-evaluate the model with a stronger validation setup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11. Summary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Pure clustering was weak on the raw 20-sensor space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Using the labeled failures helped, but performance improved most after feature selection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Label Spreading on the top 5 sensors was the best model in the PoC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final model produced 1,133 high-confidence predictions for expert review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solution is best framed as a practical review workflow that can improve as more labels are collected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2026-06-25T18:49:54Z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