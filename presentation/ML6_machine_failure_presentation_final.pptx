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A5C55D4-7619-494B-A1BB-CC95A670E02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Introduce the problem: many machine failure events, very few expert labels, and a need to make the unlabeled data useful.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BD1F7F-8526-49DC-B763-5E61F966DCE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Main point: this is a low-label problem. The goal is not perfect automation, but a useful workflow for failure review.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76C58E-50A4-405B-80A5-BDEE2FABD1A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Walk through the analysis flow from raw clustering to label-guided models, feature selection, model comparison, and final predictions.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B0DAD5-309F-40DF-ABE6-3815758EC66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Explain that PCA is exploratory, not proof by itself. Combined with weak clustering scores, it suggests that pure clustering is not enough.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26BA76-9F61-4C0A-B280-44B76E60F32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Key message: even stronger models are only moderate on all 20 sensors, so the feature space itself is probably noisy.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A4AC2F-3DE9-45A8-AB80-EA910ABB0F3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Explain the ranking simply: for each sensor, I measured how far apart the class means are on the labeled data. Then I took the top 5.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023011-C37D-47FC-80F9-46F1F080E6C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Walk through the corrected LOO numbers (leakage-free). Feature selection clearly helps across all model families. Set up the key question for the next slide: we have not yet tested a fully supervised classifier — does the semi-supervised approach actually add value?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F2DA1B-AE31-4DEE-A92B-3C3AC29A85C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560" cy="400824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Key finding: Random Forest trained on 39 samples per LOO fold outperforms Label Spreading which trains on all 1,600 samples. The semi-supervised framing was not necessary — the top-5 sensors are discriminative enough for a supervised model. This result changes the model selection to Random Forest.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44"/>
          </p:nvPr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9153AB-1C20-4731-B144-B94452A98FA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Random Forest gives both labels and calibrated confidence. The 0.7 threshold surfaces 524 predictions with 85.7% LOO accuracy. Stricter 0.8 threshold gives 237 predictions with 100% LOO accuracy on 25% of the labeled set. Frame as indicative until validated on more labeled data.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731D0C-871B-4944-842E-D513082DC89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Frame the solution as a decision-support tool for failure analysis teams. The value is faster review, more consistent labeling, and gradual improvement over time.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580E8A-C2EE-442A-B69C-1DF45168864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the roadmap I would present to a client: validate the PoC, run a pilot with experts in the loop, then productionize and monitor.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A9165A-169A-495E-91B8-D528303DCF2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 careful not to over-claim the 72.5% number. Random Forest achieved 0.725 LOO accuracy. Treat it as a promising signal, not a production-ready metric.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5FF6D3-56D1-4BB6-9A7D-61D27EDE5C6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Close with the main message: Random Forest on the top-5 sensors delivered the best accuracy and best confidence calibration. A practical workflow for failure triage that improves as more labels are collected.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2FACFD-2A94-4E36-A132-D3803028D76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152F52-7054-4AD6-BCBA-9430F9E1EE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C03EFC-7D98-4F04-B374-19CEA68C4B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8888052-2200-485C-989E-694825F739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1941803-8BCE-4274-80F2-401CB1F664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8285B3A-BD77-4339-9789-41AC0DE760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36922DA-B78A-4CF3-B041-89463F1A97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4B0FE1B-A691-4F57-8964-AAC5E3160F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C623538-E0F1-4892-833F-C38E536FAC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34C120F-104B-42D6-B09B-4DF1F28CD6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288F98D-B9A3-4214-92D2-D0E2537C46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E64BEF4-10FC-4EC4-A3F2-83C1E5DB1F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52CCD4-1B01-46E1-AE4D-941094D91F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823D173-2BF2-46DE-B53C-7AEFBE9E3D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F0C0AF7-5B28-4915-BE36-46AF6117EA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93D6AD3-6997-4DEF-8ED8-024ED7F6C2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B993F6-8E3C-412E-B467-8A31A6CED0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D98FA10-082A-4209-971F-316A3A855D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47F610-7C9D-40FA-9A61-BA3E186938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7FF58D4-C323-443D-A25D-03A18581A9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8DF6F7-7A2D-41EE-A286-232EE14D65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B2DD19-AA4E-41BA-9D4D-D13A80D986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D32AA8B-6D1C-48E3-B8C5-A76B4B30832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909800" y="1878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Machine Failure Classification from Sensor Data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2523600" y="3886200"/>
            <a:ext cx="639972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ML6 challenge — Hadar Eliyahu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PoC for labeling 1,560 unlabeled failures using 40 labeled examples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1. Problem &amp; Goal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Dataset: 1,600 machine failure events represented by 20 sensor measurements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Only 40 failures are labeled; 1,560 failures are unlabeled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Known label space in the labeled set: 3 machine failure types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Goal: assign labels to the unlabeled failures and surface a high-confidence subset for expert review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Success criterion for the PoC: a useful review workflow, not perfect classification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2. Approach 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Start with unsupervised clustering to test whether the failure types naturally separate in raw sensor space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Move to label-guided methods once clustering quality looks weak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Use leave-one-out evaluation on the 40 labeled failures as a limited but useful validation check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Compare models both on all 20 sensors and on a reduced set of the most informative sensors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Test fully supervised baselines (Logistic Regression, Random Forest) to verify whether the semi-supervised approach is necessary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Train the best-performing model (Random Forest) on the full dataset and assign labels to the 1,560 unlabeled failures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3. Raw Clustering Was Weak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Picture 2" descr="pca_labeled_failures.png"/>
          <p:cNvPicPr/>
          <p:nvPr/>
        </p:nvPicPr>
        <p:blipFill>
          <a:blip r:embed="rId1"/>
          <a:stretch/>
        </p:blipFill>
        <p:spPr>
          <a:xfrm>
            <a:off x="365760" y="1368720"/>
            <a:ext cx="6582600" cy="4911120"/>
          </a:xfrm>
          <a:prstGeom prst="rect">
            <a:avLst/>
          </a:prstGeom>
          <a:ln w="0">
            <a:noFill/>
          </a:ln>
        </p:spPr>
      </p:pic>
      <p:sp>
        <p:nvSpPr>
          <p:cNvPr id="64" name="TextBox 3"/>
          <p:cNvSpPr/>
          <p:nvPr/>
        </p:nvSpPr>
        <p:spPr>
          <a:xfrm>
            <a:off x="7315200" y="1371600"/>
            <a:ext cx="438804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PCA on the labeled failures does not show a clean separation between the 3 labels.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Unsupervised clustering baselines also produced very low silhouette scores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Conclusion: the raw 20-sensor space is not naturally separable with pure clustering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7315200" y="5733720"/>
            <a:ext cx="4519440" cy="68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*Silhouette scores close to 0 indicate that the data does not naturally separate into distinct clusters in the original sensor space.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6" name=""/>
          <p:cNvGraphicFramePr/>
          <p:nvPr/>
        </p:nvGraphicFramePr>
        <p:xfrm>
          <a:off x="7429680" y="3822840"/>
          <a:ext cx="3711960" cy="1780560"/>
        </p:xfrm>
        <a:graphic>
          <a:graphicData uri="http://schemas.openxmlformats.org/drawingml/2006/table">
            <a:tbl>
              <a:tblPr/>
              <a:tblGrid>
                <a:gridCol w="1685880"/>
                <a:gridCol w="2026080"/>
              </a:tblGrid>
              <a:tr h="5842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Method: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Silhouette score*: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KMeans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0.035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2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Agglomerative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0.012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GMM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0.028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562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4. Label-Guided Baselines on All 20 Sensors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2104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 then used the 40 labeled failures to evaluate label-guided models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Leave-one-out accuracy on the labeled subset: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kNN on all 20 sensors: 0.23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Centroid-based classification on all 20 sensors: 0.33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Weighted kNN on all 20 sensors: 0.45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Label Spreading on all 20 sensors: 0.425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These results suggest that the full 20-sensor space is noisy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5. Feature Selection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Picture 2" descr="sensor_discriminative_ranking.png"/>
          <p:cNvPicPr/>
          <p:nvPr/>
        </p:nvPicPr>
        <p:blipFill>
          <a:blip r:embed="rId1"/>
          <a:stretch/>
        </p:blipFill>
        <p:spPr>
          <a:xfrm>
            <a:off x="365760" y="1800720"/>
            <a:ext cx="7903440" cy="3914280"/>
          </a:xfrm>
          <a:prstGeom prst="rect">
            <a:avLst/>
          </a:prstGeom>
          <a:ln w="0">
            <a:noFill/>
          </a:ln>
        </p:spPr>
      </p:pic>
      <p:sp>
        <p:nvSpPr>
          <p:cNvPr id="71" name="TextBox 3"/>
          <p:cNvSpPr/>
          <p:nvPr/>
        </p:nvSpPr>
        <p:spPr>
          <a:xfrm>
            <a:off x="8458200" y="1739160"/>
            <a:ext cx="32450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 ranked sensors by how much their mean values differ across the known labels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Top 5 sensors: Sensor 9, Sensor 0, Sensor 8, Sensor 18, Sensor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Idea: reduce noise and keep the sensors that show the strongest label signal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6. Model Comparison: All 20 Sensors vs Top 5 Sensors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7269840" y="1876320"/>
            <a:ext cx="43880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Feature selection improved all three model families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Centroid: 0.33 → 0.475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Weighted kNN: 0.45 → 0.475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Label Spreading: 0.425 → 0.525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Best semi-supervised model: Label Spreading (0.525) — supervised baselines tested next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89" descr="model_comparison_accuracy.png"/>
          <p:cNvPicPr/>
          <p:nvPr/>
        </p:nvPicPr>
        <p:blipFill>
          <a:blip r:embed="rId1"/>
          <a:stretch/>
        </p:blipFill>
        <p:spPr>
          <a:xfrm>
            <a:off x="365760" y="1828800"/>
            <a:ext cx="6582600" cy="361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7. Supervised Baselines: The Missing Comparison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2104560"/>
            <a:ext cx="914400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Before finalizing model selection, I tested fully supervised classifiers on the top-5 sensors using the same LOO protocol as Section 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Logistic Regression:   accuracy 0.600  |  balanced acc. 0.550  |  macro F1 0.564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Forest:         accuracy 0.725  |  balanced acc. 0.717  |  macro F1 0.723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Both outperformed Label Spreading (0.525) on every metric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Forest confidence well-calibrated: 100% LOO accuracy at 0.8 threshold (25% of labeled set)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1,560 unlabeled samples did not improve over supervised training on 40 labeled failures alone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Random Forest is selected as the final 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8. Final Output on the 1,560 Unlabeled Failures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7315200" y="2057400"/>
            <a:ext cx="43880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Final model: Random Forest trained on all 40 labeled failures using the top 5 sensors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model produced predictions for all 1,560 unlabeled failures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524 predictions had confidence ≥ 0.7 (LOO-validated: 85.7% accuracy on that subset)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Predicted label counts: 633 / 489 / 438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92" descr="final_prediction_confidence_curve.png"/>
          <p:cNvPicPr/>
          <p:nvPr/>
        </p:nvPicPr>
        <p:blipFill>
          <a:blip r:embed="rId1"/>
          <a:stretch/>
        </p:blipFill>
        <p:spPr>
          <a:xfrm>
            <a:off x="365760" y="2057400"/>
            <a:ext cx="6582600" cy="325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9. How This Creates Value for an Industrial Customer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Example customer: a manufacturer with many machine failure logs and limited expert review capacity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model can suggest a likely failure type for each new machine breakdown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High-confidence cases can be handled faster, while uncertain cases go to experts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Experts do not need to manually review every failure from scratch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Over time, reviewed cases become new labels and improve the 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10. High-Level Roadmap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Phase 1 — Validate the PoC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Review a sample of predicted labels with domain experts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Confirm whether the 0.7–0.8 confidence threshold is appropriate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Finalize the feature set and reporting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Phase 2 — Pilot in a Real Workflow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Score incoming failures regularly and present predictions to experts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Track expert agreement, review time, and confidence distribution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Collect corrected labels from expert feedback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Phase 3 — Productionize and Improve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Retrain periodically with the expanded labeled set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Monitor data drift and confidence changes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Integrate with the customer’s maintenance / failure analysis workflow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11. Caveats &amp; Next Steps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labeled set is very small: only 40 examples, with class counts 20 / 10 /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leave-one-out result should be treated as a useful but limited validation check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 majority-class baseline would already reach 50% accuracy on the labeled subset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Next steps: validate predicted labels with experts, collect more labels, and re-evaluate the model with a stronger validation setup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12. Summary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Pure clustering was weak on the raw 20-sensor space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Using the labeled failures helped, but performance improved most after feature selection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Random Forest on the top 5 sensors was the best 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final model produced 524 high-confidence predictions for expert review (confidence ≥ 0.7)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solution is best framed as a practical review workflow that can improve as more labels are collected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2026-06-28T22:33:50Z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